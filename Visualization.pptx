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B9FE3B3-7D21-45C0-B605-7FE7E180E15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346FD075-45DE-43A2-9C6D-0E4672330F47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13/02/26 19:21:53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ctual vs Best Forecast" id="2" name="slide2">
            <a:extLst>
              <a:ext uri="{FF2B5EF4-FFF2-40B4-BE49-F238E27FC236}">
                <a16:creationId xmlns:a16="http://schemas.microsoft.com/office/drawing/2014/main" id="{858881B7-1CC8-4CC1-B4D3-4737466906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storical Bitcoin Price Trend" id="3" name="slide3">
            <a:extLst>
              <a:ext uri="{FF2B5EF4-FFF2-40B4-BE49-F238E27FC236}">
                <a16:creationId xmlns:a16="http://schemas.microsoft.com/office/drawing/2014/main" id="{B02EAEFE-3A5F-4208-8CB6-4ECDB0F969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ily Returns Over Time" id="4" name="slide4">
            <a:extLst>
              <a:ext uri="{FF2B5EF4-FFF2-40B4-BE49-F238E27FC236}">
                <a16:creationId xmlns:a16="http://schemas.microsoft.com/office/drawing/2014/main" id="{1B5CFEA1-3B1E-4921-96F6-20E343E8CE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rend using Moving Averages" id="5" name="slide5">
            <a:extLst>
              <a:ext uri="{FF2B5EF4-FFF2-40B4-BE49-F238E27FC236}">
                <a16:creationId xmlns:a16="http://schemas.microsoft.com/office/drawing/2014/main" id="{593C1259-B2E9-45B6-8434-91C466102CE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IMA Forecast vs Actual" id="6" name="slide6">
            <a:extLst>
              <a:ext uri="{FF2B5EF4-FFF2-40B4-BE49-F238E27FC236}">
                <a16:creationId xmlns:a16="http://schemas.microsoft.com/office/drawing/2014/main" id="{C250C6C7-BE79-4B40-9B41-756B45A73D6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RIMA Forecast vs Actual" id="7" name="slide7">
            <a:extLst>
              <a:ext uri="{FF2B5EF4-FFF2-40B4-BE49-F238E27FC236}">
                <a16:creationId xmlns:a16="http://schemas.microsoft.com/office/drawing/2014/main" id="{A941C42D-EF6B-4280-B2F8-C30AC3090A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STM Forecast vs Actual" id="8" name="slide8">
            <a:extLst>
              <a:ext uri="{FF2B5EF4-FFF2-40B4-BE49-F238E27FC236}">
                <a16:creationId xmlns:a16="http://schemas.microsoft.com/office/drawing/2014/main" id="{5A5044E8-D3EE-419F-8B62-3501F3F7B7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del Comparison" id="9" name="slide9">
            <a:extLst>
              <a:ext uri="{FF2B5EF4-FFF2-40B4-BE49-F238E27FC236}">
                <a16:creationId xmlns:a16="http://schemas.microsoft.com/office/drawing/2014/main" id="{383F367D-1CBF-42F5-B488-B53B1BAB8B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uture Forecast" id="10" name="slide10">
            <a:extLst>
              <a:ext uri="{FF2B5EF4-FFF2-40B4-BE49-F238E27FC236}">
                <a16:creationId xmlns:a16="http://schemas.microsoft.com/office/drawing/2014/main" id="{A4A9CBAF-9AB0-4A4B-9BD6-D5922908E6E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sights &amp;amp; Conclusion" id="11" name="slide11">
            <a:extLst>
              <a:ext uri="{FF2B5EF4-FFF2-40B4-BE49-F238E27FC236}">
                <a16:creationId xmlns:a16="http://schemas.microsoft.com/office/drawing/2014/main" id="{EE3B8F17-FE82-466E-8A6D-CF4ED1C2BB8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2026-02-13T13:51:54Z</dcterms:created>
  <dcterms:modified xsi:type="dcterms:W3CDTF">2026-02-13T13:51:54Z</dcterms:modified>
</cp:coreProperties>
</file>